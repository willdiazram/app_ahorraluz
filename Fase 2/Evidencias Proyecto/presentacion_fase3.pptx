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80" r:id="rId10"/>
    <p:sldId id="281" r:id="rId11"/>
    <p:sldId id="265" r:id="rId12"/>
    <p:sldId id="266" r:id="rId13"/>
    <p:sldId id="267" r:id="rId14"/>
    <p:sldId id="278" r:id="rId15"/>
    <p:sldId id="279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SogDGscnoXrg5XdnBDS/f9hC1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4450A966-D19E-A31C-CF4C-6AEA723A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>
            <a:extLst>
              <a:ext uri="{FF2B5EF4-FFF2-40B4-BE49-F238E27FC236}">
                <a16:creationId xmlns:a16="http://schemas.microsoft.com/office/drawing/2014/main" id="{00238FC8-7CD2-E5B5-081A-295989155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1:notes">
            <a:extLst>
              <a:ext uri="{FF2B5EF4-FFF2-40B4-BE49-F238E27FC236}">
                <a16:creationId xmlns:a16="http://schemas.microsoft.com/office/drawing/2014/main" id="{36CDCB7B-42CD-54DA-3805-37617A38E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5574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2D6F3542-FC0B-A5FE-468F-CB83F204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>
            <a:extLst>
              <a:ext uri="{FF2B5EF4-FFF2-40B4-BE49-F238E27FC236}">
                <a16:creationId xmlns:a16="http://schemas.microsoft.com/office/drawing/2014/main" id="{CAAA42B1-415C-0E2E-9C29-68601DFAB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1:notes">
            <a:extLst>
              <a:ext uri="{FF2B5EF4-FFF2-40B4-BE49-F238E27FC236}">
                <a16:creationId xmlns:a16="http://schemas.microsoft.com/office/drawing/2014/main" id="{A956EADD-B6CB-343B-AC29-75CA6F4D4C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2174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c923ca69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8c923ca69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c923ca695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8c923ca695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c923ca695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g38c923ca69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c923ca695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g38c923ca695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c923ca695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g38c923ca695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c923ca695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g38c923ca695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c923ca695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g38c923ca695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c923ca695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g38c923ca695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60875" y="1173479"/>
            <a:ext cx="9144000" cy="18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“App Ahorra Luz”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279648"/>
            <a:ext cx="9144000" cy="3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Ingeniería Informática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b="1"/>
              <a:t>Docente Instructor de la Asignatura</a:t>
            </a:r>
            <a:r>
              <a:rPr lang="es-CL" sz="1400"/>
              <a:t>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Fabian Saldano</a:t>
            </a: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</a:t>
            </a:r>
            <a:r>
              <a:rPr lang="es-CL" sz="1400" b="1"/>
              <a:t>ntegrantes del Equipo</a:t>
            </a:r>
            <a:r>
              <a:rPr lang="es-CL" sz="1400"/>
              <a:t>:</a:t>
            </a: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-Alexander Palma</a:t>
            </a: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-Alvaro Campos</a:t>
            </a: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-Williams Diaz</a:t>
            </a: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00" y="1972975"/>
            <a:ext cx="2540100" cy="10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4225" y="1838800"/>
            <a:ext cx="25431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959925" y="2342575"/>
            <a:ext cx="6971700" cy="23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/>
              <a:t>Desde la pandemia, Chile ha enfrentado un aumento sostenido en los costos de la energía eléctrica, generando una deuda acumulada y altos gastos mensuales para muchas familias, que actualmente ven reflejadas </a:t>
            </a:r>
            <a:endParaRPr sz="2300"/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1525" y="4108775"/>
            <a:ext cx="3802450" cy="20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0" y="3185400"/>
            <a:ext cx="12192000" cy="3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959"/>
              <a:t>Solución</a:t>
            </a:r>
            <a:br>
              <a:rPr lang="es-CL" sz="3959"/>
            </a:br>
            <a:r>
              <a:rPr lang="es-CL" sz="2430"/>
              <a:t>La solución propuesta consiste en una aplicación web desarrollada, que permitirá a los usuarios registrar y monitorear el consumo energético de sus hogares. La plataforma sugerirá acciones personalizadas para reducir el gasto de energía, además de mostrar estadísticas históricas y comparativas de consumo.</a:t>
            </a:r>
            <a:br>
              <a:rPr lang="es-CL" sz="3959"/>
            </a:br>
            <a:br>
              <a:rPr lang="es-CL" sz="3959"/>
            </a:br>
            <a:br>
              <a:rPr lang="es-CL" sz="3959"/>
            </a:br>
            <a:r>
              <a:rPr lang="es-CL" sz="3959"/>
              <a:t>Objetivo del Proyecto</a:t>
            </a:r>
            <a:br>
              <a:rPr lang="es-CL" sz="3959"/>
            </a:br>
            <a:r>
              <a:rPr lang="es-CL" sz="3959"/>
              <a:t>-</a:t>
            </a:r>
            <a:r>
              <a:rPr lang="es-CL" sz="1979"/>
              <a:t>Fomentar el ahorro energético en los hogares a través de recomendaciones basadas en el comportamiento del usuario.</a:t>
            </a:r>
            <a:endParaRPr sz="1979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79"/>
              <a:t>-Proporcionar indicadores claros y medibles de consumo y ahorro.</a:t>
            </a:r>
            <a:endParaRPr sz="1979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79"/>
              <a:t>-Incorporar técnicas de minería de datos para predecir patrones de alto consumo y alertar al usuario de forma preventiva.</a:t>
            </a:r>
            <a:endParaRPr sz="1979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79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br>
              <a:rPr lang="es-CL" sz="3959"/>
            </a:br>
            <a:endParaRPr sz="3959"/>
          </a:p>
        </p:txBody>
      </p:sp>
      <p:pic>
        <p:nvPicPr>
          <p:cNvPr id="100" name="Google Shape;1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9300" y="3384650"/>
            <a:ext cx="231457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03065" y="665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376151" y="1876400"/>
            <a:ext cx="544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-Registro manual de consumo energetico (Kwh y Pesos $)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-Dashboard interactivo con 3 Kpis principales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-Visualización de historial y tendencias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-Predicción de alto consumo con alertas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-Cálculo de ahorro en pesos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-Calculo de reducción de huella de carbono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-Gestión de Usuarios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-Interfaz web responsiva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7301925" y="938225"/>
            <a:ext cx="4081200" cy="10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no Hace</a:t>
            </a: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-Aplicación móvil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-Monitoreo tiempo real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-Integración con empresas eléctricas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7301925" y="3688800"/>
            <a:ext cx="3817800" cy="22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1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Restricciones:</a:t>
            </a:r>
            <a:endParaRPr sz="21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-Tiempo limitado desarrollo(15 semanas)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-Presupuesto limitado 60M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-Equipo de desarrollo 3 devs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-Metodologia Agile/Scrum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-Repositorio Público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446286" y="785543"/>
            <a:ext cx="10515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dirty="0"/>
              <a:t>HISTORIAS DE USUARIO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D58482-3AC2-9837-555D-ECBF9679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6" y="1544543"/>
            <a:ext cx="5610017" cy="43716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0CE3E8B-7EEB-5192-13F6-AE7A94AFC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443" y="1623661"/>
            <a:ext cx="5706271" cy="4448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72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641251" y="2031950"/>
            <a:ext cx="3105900" cy="3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 : Nuestro diagrama de Datos representa una arquitectura robusta diseñada específicamente para la app web Ahorro Luz.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-Normalización (3NF)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-Sistema RBAC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-Modelo Centrado en el Usuario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-Fácil Mantenimiento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-Escalable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175" y="1663475"/>
            <a:ext cx="6979801" cy="50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882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50" y="2498075"/>
            <a:ext cx="3571624" cy="24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724" y="2498075"/>
            <a:ext cx="3613870" cy="24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5500" y="2498076"/>
            <a:ext cx="3719530" cy="24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641252" y="951625"/>
            <a:ext cx="10515600" cy="922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ED9F58-3293-05F3-349E-2000DCDE7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52" y="1874521"/>
            <a:ext cx="10164594" cy="3715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B48CC-B23D-3F9C-7D79-AAEEAFA7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AS IS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9B2EBA-EB0C-0A5B-6B97-29454DCE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97" y="1982804"/>
            <a:ext cx="5014908" cy="42447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B221CE-FC77-464C-95DB-99911A2B1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392" y="1982804"/>
            <a:ext cx="6333811" cy="345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10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88CC9-FCF2-7DCE-F8D8-21A6DB22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TO BE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C41CCA-A667-2D4C-9642-5850BBECD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1111"/>
            <a:ext cx="6173325" cy="509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7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xfrm>
            <a:off x="641252" y="10685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641250" y="2394075"/>
            <a:ext cx="6193800" cy="3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la App web se utilizaron Tecnologías: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-Django con arquitectura Model-View-Template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-Base de datos relacional: PostgreSQl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-Cloud: render.com para integracion continua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-HTML, CSS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-Bootstrap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-JavaScript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525" y="1289749"/>
            <a:ext cx="2636375" cy="179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0900" y="3505325"/>
            <a:ext cx="1637250" cy="17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2421" y="3448600"/>
            <a:ext cx="325522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>
            <a:spLocks noGrp="1"/>
          </p:cNvSpPr>
          <p:nvPr>
            <p:ph type="title"/>
          </p:nvPr>
        </p:nvSpPr>
        <p:spPr>
          <a:xfrm>
            <a:off x="231600" y="78747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Estimación de Riesgos</a:t>
            </a:r>
            <a:endParaRPr/>
          </a:p>
        </p:txBody>
      </p:sp>
      <p:pic>
        <p:nvPicPr>
          <p:cNvPr id="158" name="Google Shape;15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175" y="948907"/>
            <a:ext cx="6024501" cy="56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2F1E83-00FE-1092-EC9E-0E6E958E9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7D23F3F0-D6D4-0ABE-2BDF-13C01F58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>
            <a:extLst>
              <a:ext uri="{FF2B5EF4-FFF2-40B4-BE49-F238E27FC236}">
                <a16:creationId xmlns:a16="http://schemas.microsoft.com/office/drawing/2014/main" id="{1CD7E5DD-097F-FE52-245F-4BC0A55D4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164" name="Google Shape;164;p11">
            <a:extLst>
              <a:ext uri="{FF2B5EF4-FFF2-40B4-BE49-F238E27FC236}">
                <a16:creationId xmlns:a16="http://schemas.microsoft.com/office/drawing/2014/main" id="{1358A188-0F18-5D97-B187-2A9309A4B7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50" y="1598075"/>
            <a:ext cx="10366075" cy="5014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4119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0804E90E-D34F-1F07-BE59-72DC4890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>
            <a:extLst>
              <a:ext uri="{FF2B5EF4-FFF2-40B4-BE49-F238E27FC236}">
                <a16:creationId xmlns:a16="http://schemas.microsoft.com/office/drawing/2014/main" id="{9A6B5FA8-F16D-18BA-860E-54226B8C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115C04-1A0B-0A48-6DF5-F1B5DC206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91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170" name="Google Shape;17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125" y="1896649"/>
            <a:ext cx="4800934" cy="482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5250" y="2028301"/>
            <a:ext cx="5998100" cy="34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4814350" y="2392064"/>
            <a:ext cx="21443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c923ca695_1_5"/>
          <p:cNvSpPr txBox="1">
            <a:spLocks noGrp="1"/>
          </p:cNvSpPr>
          <p:nvPr>
            <p:ph type="title"/>
          </p:nvPr>
        </p:nvSpPr>
        <p:spPr>
          <a:xfrm>
            <a:off x="317300" y="953271"/>
            <a:ext cx="21948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182" name="Google Shape;182;g38c923ca695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450" y="1885625"/>
            <a:ext cx="9425498" cy="4684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c923ca695_1_9"/>
          <p:cNvSpPr txBox="1">
            <a:spLocks noGrp="1"/>
          </p:cNvSpPr>
          <p:nvPr>
            <p:ph type="title"/>
          </p:nvPr>
        </p:nvSpPr>
        <p:spPr>
          <a:xfrm>
            <a:off x="598375" y="1312396"/>
            <a:ext cx="19275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188" name="Google Shape;188;g38c923ca695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975" y="2277474"/>
            <a:ext cx="9052562" cy="408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c923ca695_1_17"/>
          <p:cNvSpPr txBox="1">
            <a:spLocks noGrp="1"/>
          </p:cNvSpPr>
          <p:nvPr>
            <p:ph type="title"/>
          </p:nvPr>
        </p:nvSpPr>
        <p:spPr>
          <a:xfrm>
            <a:off x="629575" y="1111639"/>
            <a:ext cx="21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194" name="Google Shape;194;g38c923ca69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675" y="1684100"/>
            <a:ext cx="9030725" cy="474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c923ca695_1_26"/>
          <p:cNvSpPr txBox="1">
            <a:spLocks noGrp="1"/>
          </p:cNvSpPr>
          <p:nvPr>
            <p:ph type="title"/>
          </p:nvPr>
        </p:nvSpPr>
        <p:spPr>
          <a:xfrm>
            <a:off x="239225" y="908664"/>
            <a:ext cx="21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200" name="Google Shape;200;g38c923ca695_1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950" y="1604575"/>
            <a:ext cx="10015249" cy="476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c923ca695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700" y="1670500"/>
            <a:ext cx="9012151" cy="4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c923ca695_1_13"/>
          <p:cNvSpPr txBox="1">
            <a:spLocks noGrp="1"/>
          </p:cNvSpPr>
          <p:nvPr>
            <p:ph type="title"/>
          </p:nvPr>
        </p:nvSpPr>
        <p:spPr>
          <a:xfrm>
            <a:off x="551500" y="674439"/>
            <a:ext cx="21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211" name="Google Shape;211;g38c923ca695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850" y="1448425"/>
            <a:ext cx="9261999" cy="509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c923ca695_1_41"/>
          <p:cNvSpPr txBox="1">
            <a:spLocks noGrp="1"/>
          </p:cNvSpPr>
          <p:nvPr>
            <p:ph type="title"/>
          </p:nvPr>
        </p:nvSpPr>
        <p:spPr>
          <a:xfrm>
            <a:off x="551500" y="674439"/>
            <a:ext cx="21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217" name="Google Shape;217;g38c923ca695_1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650" y="1730939"/>
            <a:ext cx="10377630" cy="455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c923ca695_1_46"/>
          <p:cNvSpPr txBox="1">
            <a:spLocks noGrp="1"/>
          </p:cNvSpPr>
          <p:nvPr>
            <p:ph type="title"/>
          </p:nvPr>
        </p:nvSpPr>
        <p:spPr>
          <a:xfrm>
            <a:off x="551500" y="674439"/>
            <a:ext cx="21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DEMO</a:t>
            </a:r>
            <a:endParaRPr/>
          </a:p>
        </p:txBody>
      </p:sp>
      <p:pic>
        <p:nvPicPr>
          <p:cNvPr id="223" name="Google Shape;223;g38c923ca695_1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00" y="1921400"/>
            <a:ext cx="11174925" cy="42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417</Words>
  <Application>Microsoft Office PowerPoint</Application>
  <PresentationFormat>Panorámica</PresentationFormat>
  <Paragraphs>83</Paragraphs>
  <Slides>25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Arial</vt:lpstr>
      <vt:lpstr>Calibri</vt:lpstr>
      <vt:lpstr>Tema de Office</vt:lpstr>
      <vt:lpstr>Capstone “App Ahorra Luz”</vt:lpstr>
      <vt:lpstr>Problemática a Resolver</vt:lpstr>
      <vt:lpstr>Solución La solución propuesta consiste en una aplicación web desarrollada, que permitirá a los usuarios registrar y monitorear el consumo energético de sus hogares. La plataforma sugerirá acciones personalizadas para reducir el gasto de energía, además de mostrar estadísticas históricas y comparativas de consumo.   Objetivo del Proyecto -Fomentar el ahorro energético en los hogares a través de recomendaciones basadas en el comportamiento del usuario. -Proporcionar indicadores claros y medibles de consumo y ahorro. -Incorporar técnicas de minería de datos para predecir patrones de alto consumo y alertar al usuario de forma preventiva.   </vt:lpstr>
      <vt:lpstr>Alcances</vt:lpstr>
      <vt:lpstr>HISTORIAS DE USUARIO</vt:lpstr>
      <vt:lpstr>Diseño del Sistema</vt:lpstr>
      <vt:lpstr>Diseño del Sistema</vt:lpstr>
      <vt:lpstr>Diseño del Sistema</vt:lpstr>
      <vt:lpstr>AS IS</vt:lpstr>
      <vt:lpstr>TO BE</vt:lpstr>
      <vt:lpstr>Tecnologías del Desarrollo</vt:lpstr>
      <vt:lpstr>Estimación de Riesgos</vt:lpstr>
      <vt:lpstr>Planificación</vt:lpstr>
      <vt:lpstr>Planificación</vt:lpstr>
      <vt:lpstr>Planificación</vt:lpstr>
      <vt:lpstr>Resumen de Costos Estimados del Proyecto</vt:lpstr>
      <vt:lpstr>DEMO</vt:lpstr>
      <vt:lpstr>DEMO</vt:lpstr>
      <vt:lpstr>DEMO</vt:lpstr>
      <vt:lpstr>DEMO</vt:lpstr>
      <vt:lpstr>DEMO</vt:lpstr>
      <vt:lpstr>Presentación de PowerPoint</vt:lpstr>
      <vt:lpstr>DEMO</vt:lpstr>
      <vt:lpstr>DEMO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Fabian Saldaño</dc:creator>
  <cp:lastModifiedBy>alex ander</cp:lastModifiedBy>
  <cp:revision>2</cp:revision>
  <dcterms:modified xsi:type="dcterms:W3CDTF">2025-11-18T21:59:44Z</dcterms:modified>
</cp:coreProperties>
</file>